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Contexte de la 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Client </a:t>
            </a:r>
            <a:r>
              <a:rPr dirty="0" err="1"/>
              <a:t>médical</a:t>
            </a:r>
            <a:r>
              <a:rPr dirty="0"/>
              <a:t> </a:t>
            </a:r>
            <a:r>
              <a:rPr dirty="0" err="1"/>
              <a:t>confronté</a:t>
            </a:r>
            <a:r>
              <a:rPr dirty="0"/>
              <a:t> à des </a:t>
            </a:r>
            <a:r>
              <a:rPr dirty="0" err="1"/>
              <a:t>problèmes</a:t>
            </a:r>
            <a:r>
              <a:rPr dirty="0"/>
              <a:t> de </a:t>
            </a:r>
            <a:r>
              <a:rPr dirty="0" err="1"/>
              <a:t>scalabilité</a:t>
            </a:r>
            <a:r>
              <a:rPr dirty="0"/>
              <a:t> sur la gestion </a:t>
            </a:r>
            <a:r>
              <a:rPr dirty="0" err="1"/>
              <a:t>quotidienne</a:t>
            </a:r>
            <a:r>
              <a:rPr dirty="0"/>
              <a:t> de </a:t>
            </a:r>
            <a:r>
              <a:rPr dirty="0" err="1"/>
              <a:t>ses</a:t>
            </a:r>
            <a:r>
              <a:rPr dirty="0"/>
              <a:t> données.</a:t>
            </a:r>
          </a:p>
          <a:p>
            <a:r>
              <a:rPr dirty="0"/>
              <a:t>Objectif : proposer </a:t>
            </a:r>
            <a:r>
              <a:rPr dirty="0" err="1"/>
              <a:t>une</a:t>
            </a:r>
            <a:r>
              <a:rPr dirty="0"/>
              <a:t> solution Big Data scalable </a:t>
            </a:r>
            <a:r>
              <a:rPr dirty="0" err="1"/>
              <a:t>horizontalement</a:t>
            </a:r>
            <a:r>
              <a:rPr dirty="0"/>
              <a:t> </a:t>
            </a:r>
            <a:r>
              <a:rPr dirty="0" err="1"/>
              <a:t>basée</a:t>
            </a:r>
            <a:r>
              <a:rPr dirty="0"/>
              <a:t> sur MongoDB</a:t>
            </a:r>
            <a:r>
              <a:rPr lang="fr-FR" dirty="0"/>
              <a:t> et Docker</a:t>
            </a:r>
            <a:r>
              <a:rPr dirty="0"/>
              <a:t>.</a:t>
            </a:r>
          </a:p>
          <a:p>
            <a:r>
              <a:rPr dirty="0"/>
              <a:t>Travail </a:t>
            </a:r>
            <a:r>
              <a:rPr dirty="0" err="1"/>
              <a:t>demandé</a:t>
            </a:r>
            <a:r>
              <a:rPr dirty="0"/>
              <a:t> : migration des données via Docker, documentation GitHub, et étude de </a:t>
            </a:r>
            <a:r>
              <a:rPr dirty="0" err="1"/>
              <a:t>déploiement</a:t>
            </a:r>
            <a:r>
              <a:rPr dirty="0"/>
              <a:t> AWS.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Analyse du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patients contenant : identité, informations médicales, hospitalisation, facturation et résultats de tests.</a:t>
            </a:r>
          </a:p>
          <a:p>
            <a:r>
              <a:t>Données semi-structurées adaptées à une base NoSQL orientée document.</a:t>
            </a:r>
          </a:p>
          <a:p>
            <a:r>
              <a:t>MongoDB choisi pour sa flexibilité de schéma et sa scalabilité horizontale.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Choix de MongoDB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 NoSQL orientée documents (JSON/BSON).</a:t>
            </a:r>
          </a:p>
          <a:p>
            <a:r>
              <a:t>Adaptée aux données médicales évolutives.</a:t>
            </a:r>
          </a:p>
          <a:p>
            <a:r>
              <a:t>Scalabilité horizontale via sharding.</a:t>
            </a:r>
          </a:p>
          <a:p>
            <a:r>
              <a:t>Haute performance en lecture/écriture.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Docker proposée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Conteneur MongoDB.</a:t>
            </a:r>
          </a:p>
          <a:p>
            <a:r>
              <a:t>Conteneur script de migration Python.</a:t>
            </a:r>
          </a:p>
          <a:p>
            <a:r>
              <a:t>Orchestration via docker-compose.</a:t>
            </a:r>
          </a:p>
          <a:p>
            <a:r>
              <a:t>Solution portable, reproductible et scalable.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Script de migration automatisé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Script Python </a:t>
            </a:r>
            <a:r>
              <a:rPr dirty="0" err="1"/>
              <a:t>utilisant</a:t>
            </a:r>
            <a:r>
              <a:rPr dirty="0"/>
              <a:t> pandas et </a:t>
            </a:r>
            <a:r>
              <a:rPr dirty="0" err="1"/>
              <a:t>pymongo</a:t>
            </a:r>
            <a:r>
              <a:rPr dirty="0"/>
              <a:t>.</a:t>
            </a:r>
          </a:p>
          <a:p>
            <a:r>
              <a:rPr dirty="0"/>
              <a:t>Lecture du CSV.</a:t>
            </a:r>
          </a:p>
          <a:p>
            <a:r>
              <a:rPr dirty="0"/>
              <a:t>Transformation </a:t>
            </a:r>
            <a:r>
              <a:rPr dirty="0" err="1"/>
              <a:t>en</a:t>
            </a:r>
            <a:r>
              <a:rPr dirty="0"/>
              <a:t> documents MongoDB.</a:t>
            </a:r>
          </a:p>
          <a:p>
            <a:r>
              <a:rPr dirty="0"/>
              <a:t>Insertion </a:t>
            </a:r>
            <a:r>
              <a:rPr dirty="0" err="1"/>
              <a:t>automatisée</a:t>
            </a:r>
            <a:r>
              <a:rPr dirty="0"/>
              <a:t> dans la collection </a:t>
            </a:r>
            <a:r>
              <a:rPr lang="fr-FR" dirty="0"/>
              <a:t>Médical-data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Schéma de la base MongoDB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Collection : </a:t>
            </a:r>
            <a:r>
              <a:rPr lang="fr-FR" dirty="0"/>
              <a:t>Médical-data</a:t>
            </a:r>
            <a:endParaRPr dirty="0"/>
          </a:p>
          <a:p>
            <a:r>
              <a:rPr dirty="0"/>
              <a:t>Document </a:t>
            </a:r>
            <a:r>
              <a:rPr dirty="0" err="1"/>
              <a:t>structuré</a:t>
            </a:r>
            <a:r>
              <a:rPr dirty="0"/>
              <a:t> avec sous-</a:t>
            </a:r>
            <a:r>
              <a:rPr dirty="0" err="1"/>
              <a:t>objets</a:t>
            </a:r>
            <a:r>
              <a:rPr dirty="0"/>
              <a:t> :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{</a:t>
            </a:r>
            <a:endParaRPr dirty="0"/>
          </a:p>
          <a:p>
            <a:pPr marL="0" indent="0">
              <a:buNone/>
            </a:pPr>
            <a:r>
              <a:rPr lang="fr-FR" dirty="0"/>
              <a:t>"</a:t>
            </a:r>
            <a:r>
              <a:rPr dirty="0" err="1"/>
              <a:t>personal_info</a:t>
            </a:r>
            <a:r>
              <a:rPr lang="fr-FR" dirty="0"/>
              <a:t>"</a:t>
            </a:r>
            <a:endParaRPr dirty="0"/>
          </a:p>
          <a:p>
            <a:pPr marL="0" indent="0">
              <a:buNone/>
            </a:pPr>
            <a:r>
              <a:rPr lang="fr-FR" dirty="0"/>
              <a:t>"</a:t>
            </a:r>
            <a:r>
              <a:rPr dirty="0" err="1"/>
              <a:t>admission_info</a:t>
            </a:r>
            <a:r>
              <a:rPr lang="fr-FR" dirty="0"/>
              <a:t>"</a:t>
            </a:r>
            <a:endParaRPr dirty="0"/>
          </a:p>
          <a:p>
            <a:pPr marL="0" indent="0">
              <a:buNone/>
            </a:pPr>
            <a:r>
              <a:rPr lang="fr-FR" dirty="0"/>
              <a:t>"</a:t>
            </a:r>
            <a:r>
              <a:rPr dirty="0" err="1"/>
              <a:t>medical_info</a:t>
            </a:r>
            <a:r>
              <a:rPr lang="fr-FR" dirty="0"/>
              <a:t>"</a:t>
            </a:r>
            <a:endParaRPr dirty="0"/>
          </a:p>
          <a:p>
            <a:pPr marL="0" indent="0">
              <a:buNone/>
            </a:pPr>
            <a:r>
              <a:rPr lang="fr-FR" dirty="0"/>
              <a:t>"</a:t>
            </a:r>
            <a:r>
              <a:rPr dirty="0" err="1"/>
              <a:t>billing_info</a:t>
            </a:r>
            <a:r>
              <a:rPr lang="fr-FR" dirty="0"/>
              <a:t>« </a:t>
            </a:r>
          </a:p>
          <a:p>
            <a:pPr marL="0" indent="0">
              <a:buNone/>
            </a:pPr>
            <a:r>
              <a:rPr lang="fr-FR" dirty="0"/>
              <a:t>}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Authentification et rôles MongoDB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Création d’un admin.</a:t>
            </a:r>
          </a:p>
          <a:p>
            <a:r>
              <a:t>Rôle readWrite pour application.</a:t>
            </a:r>
          </a:p>
          <a:p>
            <a:r>
              <a:t>Rôle readOnly pour analystes.</a:t>
            </a:r>
          </a:p>
          <a:p>
            <a:r>
              <a:t>Sécurisation par variables d’environnement.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Versioning et documentation GitHub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README détaillé.</a:t>
            </a:r>
          </a:p>
          <a:p>
            <a:r>
              <a:t>Instructions d’installation.</a:t>
            </a:r>
          </a:p>
          <a:p>
            <a:r>
              <a:t>Schéma de la base.</a:t>
            </a:r>
          </a:p>
          <a:p>
            <a:r>
              <a:t>Description de l’architecture Docker.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Déploiement sur AWS - Options étudiées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Amazon S3 pour stockage des backups.</a:t>
            </a:r>
          </a:p>
          <a:p>
            <a:r>
              <a:t>Amazon ECS pour exécuter les conteneurs Docker.</a:t>
            </a:r>
          </a:p>
          <a:p>
            <a:r>
              <a:t>Amazon DocumentDB compatible MongoDB.</a:t>
            </a:r>
          </a:p>
          <a:p>
            <a:r>
              <a:t>RDS non adapté car orienté SQL.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Justification des choix AWS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ECS : orchestration simple des conteneurs.</a:t>
            </a:r>
          </a:p>
          <a:p>
            <a:r>
              <a:t>S3 : sauvegarde fiable et économique.</a:t>
            </a:r>
          </a:p>
          <a:p>
            <a:r>
              <a:t>DocumentDB : service managé compatible MongoDB.</a:t>
            </a:r>
          </a:p>
          <a:p>
            <a:r>
              <a:t>Haute disponibilité et scalabilité native.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Solution complète de migration, conteneurisation et projection cloud.</a:t>
            </a:r>
          </a:p>
          <a:p>
            <a:r>
              <a:t>Architecture scalable, portable et sécurisée.</a:t>
            </a:r>
          </a:p>
          <a:p>
            <a:r>
              <a:t>Prête pour une montée en charge future.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32164</TotalTime>
  <Words>343</Words>
  <Application>Microsoft Office PowerPoint</Application>
  <PresentationFormat>Affichage à l'écran (4:3)</PresentationFormat>
  <Paragraphs>56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Contexte de la mission</vt:lpstr>
      <vt:lpstr>Analyse du dataset</vt:lpstr>
      <vt:lpstr>Choix de MongoDB</vt:lpstr>
      <vt:lpstr>Architecture Docker proposée</vt:lpstr>
      <vt:lpstr>Script de migration automatisé</vt:lpstr>
      <vt:lpstr>Schéma de la base MongoDB</vt:lpstr>
      <vt:lpstr>Authentification et rôles MongoDB</vt:lpstr>
      <vt:lpstr>Versioning et documentation GitHub</vt:lpstr>
      <vt:lpstr>Déploiement sur AWS - Options étudiées</vt:lpstr>
      <vt:lpstr>Justification des choix AWS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christian kawa</cp:lastModifiedBy>
  <cp:revision>3</cp:revision>
  <dcterms:created xsi:type="dcterms:W3CDTF">2013-01-27T09:14:16Z</dcterms:created>
  <dcterms:modified xsi:type="dcterms:W3CDTF">2026-03-20T11:39:10Z</dcterms:modified>
  <cp:category/>
</cp:coreProperties>
</file>